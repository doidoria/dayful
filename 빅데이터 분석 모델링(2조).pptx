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24384000" cy="13716000"/>
  <p:notesSz cx="6858000" cy="9144000"/>
  <p:embeddedFontLst>
    <p:embeddedFont>
      <p:font typeface="SB AggroOTF Medium"/>
      <p:regular r:id="rId29"/>
    </p:embeddedFont>
    <p:embeddedFont>
      <p:font typeface="Pretendard SemiBold"/>
      <p:bold r:id="rId30"/>
    </p:embeddedFont>
    <p:embeddedFont>
      <p:font typeface="Pretendard Regular"/>
      <p:regular r:id="rId31"/>
    </p:embeddedFont>
    <p:embeddedFont>
      <p:font typeface="Pretendard Bold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1.fntdata" Type="http://schemas.openxmlformats.org/officeDocument/2006/relationships/font"/><Relationship Id="rId3" Target="viewProps.xml" Type="http://schemas.openxmlformats.org/officeDocument/2006/relationships/viewProps"/><Relationship Id="rId30" Target="fonts/font2.fntdata" Type="http://schemas.openxmlformats.org/officeDocument/2006/relationships/font"/><Relationship Id="rId31" Target="fonts/font3.fntdata" Type="http://schemas.openxmlformats.org/officeDocument/2006/relationships/font"/><Relationship Id="rId32" Target="fonts/font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19" Target="../media/image28.png" Type="http://schemas.openxmlformats.org/officeDocument/2006/relationships/image"/><Relationship Id="rId2" Target="../media/image12.png" Type="http://schemas.openxmlformats.org/officeDocument/2006/relationships/image"/><Relationship Id="rId20" Target="../media/image29.png" Type="http://schemas.openxmlformats.org/officeDocument/2006/relationships/image"/><Relationship Id="rId21" Target="../media/image30.png" Type="http://schemas.openxmlformats.org/officeDocument/2006/relationships/image"/><Relationship Id="rId22" Target="../media/image31.png" Type="http://schemas.openxmlformats.org/officeDocument/2006/relationships/image"/><Relationship Id="rId23" Target="../media/image32.png" Type="http://schemas.openxmlformats.org/officeDocument/2006/relationships/image"/><Relationship Id="rId24" Target="../media/image33.png" Type="http://schemas.openxmlformats.org/officeDocument/2006/relationships/image"/><Relationship Id="rId25" Target="../media/image34.png" Type="http://schemas.openxmlformats.org/officeDocument/2006/relationships/image"/><Relationship Id="rId26" Target="../media/image35.png" Type="http://schemas.openxmlformats.org/officeDocument/2006/relationships/image"/><Relationship Id="rId27" Target="../media/image9.png" Type="http://schemas.openxmlformats.org/officeDocument/2006/relationships/image"/><Relationship Id="rId28" Target="../media/image10.png" Type="http://schemas.openxmlformats.org/officeDocument/2006/relationships/image"/><Relationship Id="rId3" Target="../media/image13.png" Type="http://schemas.openxmlformats.org/officeDocument/2006/relationships/image"/><Relationship Id="rId4" Target="../media/image4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1.png" Type="http://schemas.openxmlformats.org/officeDocument/2006/relationships/image"/><Relationship Id="rId3" Target="../media/image42.png" Type="http://schemas.openxmlformats.org/officeDocument/2006/relationships/image"/><Relationship Id="rId4" Target="../media/image37.png" Type="http://schemas.openxmlformats.org/officeDocument/2006/relationships/image"/><Relationship Id="rId5" Target="../media/image43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4.png" Type="http://schemas.openxmlformats.org/officeDocument/2006/relationships/image"/><Relationship Id="rId5" Target="../media/image43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.png" Type="http://schemas.openxmlformats.org/officeDocument/2006/relationships/image"/><Relationship Id="rId5" Target="../media/image43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50.png" Type="http://schemas.openxmlformats.org/officeDocument/2006/relationships/image"/><Relationship Id="rId5" Target="../media/image39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4.png" Type="http://schemas.openxmlformats.org/officeDocument/2006/relationships/image"/><Relationship Id="rId5" Target="../media/image39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55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2" Target="../media/image1.png" Type="http://schemas.openxmlformats.org/officeDocument/2006/relationships/image"/><Relationship Id="rId3" Target="../media/image57.png" Type="http://schemas.openxmlformats.org/officeDocument/2006/relationships/image"/><Relationship Id="rId4" Target="../media/image37.png" Type="http://schemas.openxmlformats.org/officeDocument/2006/relationships/image"/><Relationship Id="rId5" Target="../media/image31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37.png" Type="http://schemas.openxmlformats.org/officeDocument/2006/relationships/image"/><Relationship Id="rId5" Target="../media/image31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37.png" Type="http://schemas.openxmlformats.org/officeDocument/2006/relationships/image"/><Relationship Id="rId5" Target="../media/image50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2" Target="../media/image1.png" Type="http://schemas.openxmlformats.org/officeDocument/2006/relationships/image"/><Relationship Id="rId3" Target="../media/image65.png" Type="http://schemas.openxmlformats.org/officeDocument/2006/relationships/image"/><Relationship Id="rId4" Target="../media/image4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3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.png" Type="http://schemas.openxmlformats.org/officeDocument/2006/relationships/image"/><Relationship Id="rId5" Target="../media/image69.png" Type="http://schemas.openxmlformats.org/officeDocument/2006/relationships/image"/><Relationship Id="rId6" Target="../media/image67.png" Type="http://schemas.openxmlformats.org/officeDocument/2006/relationships/image"/><Relationship Id="rId7" Target="../media/image63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2" Target="../media/image1.png" Type="http://schemas.openxmlformats.org/officeDocument/2006/relationships/image"/><Relationship Id="rId3" Target="../media/image65.png" Type="http://schemas.openxmlformats.org/officeDocument/2006/relationships/image"/><Relationship Id="rId4" Target="../media/image37.png" Type="http://schemas.openxmlformats.org/officeDocument/2006/relationships/image"/><Relationship Id="rId5" Target="../media/image23.png" Type="http://schemas.openxmlformats.org/officeDocument/2006/relationships/image"/><Relationship Id="rId6" Target="../media/image71.png" Type="http://schemas.openxmlformats.org/officeDocument/2006/relationships/image"/><Relationship Id="rId7" Target="../media/image63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2" Target="../media/image78.png" Type="http://schemas.openxmlformats.org/officeDocument/2006/relationships/image"/><Relationship Id="rId3" Target="../media/image48.png" Type="http://schemas.openxmlformats.org/officeDocument/2006/relationships/image"/><Relationship Id="rId4" Target="../media/image4.png" Type="http://schemas.openxmlformats.org/officeDocument/2006/relationships/image"/><Relationship Id="rId5" Target="../media/image69.png" Type="http://schemas.openxmlformats.org/officeDocument/2006/relationships/image"/><Relationship Id="rId6" Target="../media/image62.png" Type="http://schemas.openxmlformats.org/officeDocument/2006/relationships/image"/><Relationship Id="rId7" Target="../media/image79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.png" Type="http://schemas.openxmlformats.org/officeDocument/2006/relationships/image"/><Relationship Id="rId5" Target="../media/image81.png" Type="http://schemas.openxmlformats.org/officeDocument/2006/relationships/image"/><Relationship Id="rId6" Target="../media/image67.png" Type="http://schemas.openxmlformats.org/officeDocument/2006/relationships/image"/><Relationship Id="rId7" Target="../media/image79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4.png" Type="http://schemas.openxmlformats.org/officeDocument/2006/relationships/image"/><Relationship Id="rId5" Target="../media/image31.png" Type="http://schemas.openxmlformats.org/officeDocument/2006/relationships/image"/><Relationship Id="rId6" Target="../media/image67.png" Type="http://schemas.openxmlformats.org/officeDocument/2006/relationships/image"/><Relationship Id="rId7" Target="../media/image79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2" Target="../media/image1.png" Type="http://schemas.openxmlformats.org/officeDocument/2006/relationships/image"/><Relationship Id="rId3" Target="../media/image65.png" Type="http://schemas.openxmlformats.org/officeDocument/2006/relationships/image"/><Relationship Id="rId4" Target="../media/image4.png" Type="http://schemas.openxmlformats.org/officeDocument/2006/relationships/image"/><Relationship Id="rId5" Target="../media/image84.png" Type="http://schemas.openxmlformats.org/officeDocument/2006/relationships/image"/><Relationship Id="rId6" Target="../media/image71.png" Type="http://schemas.openxmlformats.org/officeDocument/2006/relationships/image"/><Relationship Id="rId7" Target="../media/image79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37.png" Type="http://schemas.openxmlformats.org/officeDocument/2006/relationships/image"/><Relationship Id="rId5" Target="../media/image31.png" Type="http://schemas.openxmlformats.org/officeDocument/2006/relationships/image"/><Relationship Id="rId6" Target="../media/image74.png" Type="http://schemas.openxmlformats.org/officeDocument/2006/relationships/image"/><Relationship Id="rId7" Target="../media/image79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87.png" Type="http://schemas.openxmlformats.org/officeDocument/2006/relationships/image"/><Relationship Id="rId5" Target="../media/image74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27.png" Type="http://schemas.openxmlformats.org/officeDocument/2006/relationships/image"/><Relationship Id="rId5" Target="../media/image74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75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png" Type="http://schemas.openxmlformats.org/officeDocument/2006/relationships/image"/><Relationship Id="rId11" Target="../media/image100.png" Type="http://schemas.openxmlformats.org/officeDocument/2006/relationships/image"/><Relationship Id="rId12" Target="../media/image101.png" Type="http://schemas.openxmlformats.org/officeDocument/2006/relationships/image"/><Relationship Id="rId2" Target="../media/image93.png" Type="http://schemas.openxmlformats.org/officeDocument/2006/relationships/image"/><Relationship Id="rId3" Target="../media/image3.png" Type="http://schemas.openxmlformats.org/officeDocument/2006/relationships/image"/><Relationship Id="rId4" Target="../media/image94.png" Type="http://schemas.openxmlformats.org/officeDocument/2006/relationships/image"/><Relationship Id="rId5" Target="../media/image95.png" Type="http://schemas.openxmlformats.org/officeDocument/2006/relationships/image"/><Relationship Id="rId6" Target="../media/image96.png" Type="http://schemas.openxmlformats.org/officeDocument/2006/relationships/image"/><Relationship Id="rId7" Target="../media/image8.png" Type="http://schemas.openxmlformats.org/officeDocument/2006/relationships/image"/><Relationship Id="rId8" Target="../media/image97.png" Type="http://schemas.openxmlformats.org/officeDocument/2006/relationships/image"/><Relationship Id="rId9" Target="../media/image9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152900" y="4914900"/>
            <a:ext cx="16065500" cy="2489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12090400"/>
            <a:ext cx="230124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60500" y="2387600"/>
            <a:ext cx="215900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47400" y="8724900"/>
            <a:ext cx="2552700" cy="255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26600" y="3568700"/>
            <a:ext cx="4991100" cy="800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96500" y="3733800"/>
            <a:ext cx="4064000" cy="53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420100" y="12382500"/>
            <a:ext cx="7543800" cy="40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113500" y="1612900"/>
            <a:ext cx="3708400" cy="381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87500" y="1612900"/>
            <a:ext cx="3708400" cy="38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692900" y="7137400"/>
            <a:ext cx="109982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0500" y="22352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470400" y="6718300"/>
            <a:ext cx="31369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537200" y="4775200"/>
            <a:ext cx="1016000" cy="1016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02300" y="5016500"/>
            <a:ext cx="673100" cy="520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22800" y="6121400"/>
            <a:ext cx="28448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305300" y="7061200"/>
            <a:ext cx="3479800" cy="30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90600" y="10477500"/>
            <a:ext cx="31369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57400" y="8534400"/>
            <a:ext cx="1016000" cy="1016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922500" y="8775700"/>
            <a:ext cx="673100" cy="546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766800" y="9880600"/>
            <a:ext cx="2984500" cy="469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525500" y="10820400"/>
            <a:ext cx="3479800" cy="304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17200" y="6718300"/>
            <a:ext cx="31369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684000" y="4775200"/>
            <a:ext cx="1016000" cy="1016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849100" y="5016500"/>
            <a:ext cx="673100" cy="546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769600" y="6121400"/>
            <a:ext cx="2844800" cy="508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52100" y="7061200"/>
            <a:ext cx="3479800" cy="304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64000" y="6718300"/>
            <a:ext cx="3136900" cy="12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7830800" y="4775200"/>
            <a:ext cx="1016000" cy="1016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995900" y="5016500"/>
            <a:ext cx="673100" cy="546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916400" y="6121400"/>
            <a:ext cx="2844800" cy="508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598900" y="7061200"/>
            <a:ext cx="3479800" cy="444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543800" y="10477500"/>
            <a:ext cx="3136900" cy="12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610600" y="8534400"/>
            <a:ext cx="1016000" cy="1016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8775700" y="8775700"/>
            <a:ext cx="673100" cy="546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696200" y="9880600"/>
            <a:ext cx="2844800" cy="508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7378700" y="10820400"/>
            <a:ext cx="3479800" cy="304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7950200" y="2844800"/>
            <a:ext cx="8483600" cy="1181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9113500" y="1612900"/>
            <a:ext cx="3708400" cy="381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1612900"/>
            <a:ext cx="3708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92300" y="3340100"/>
            <a:ext cx="20586700" cy="7607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848100" y="2857500"/>
            <a:ext cx="166751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136900" y="2908300"/>
            <a:ext cx="18110200" cy="669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44100" y="9867900"/>
            <a:ext cx="4495800" cy="2006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39900" y="3098800"/>
            <a:ext cx="20891500" cy="8470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26000" y="2755900"/>
            <a:ext cx="14732000" cy="9283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35600" y="2844800"/>
            <a:ext cx="135001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03800" y="2755900"/>
            <a:ext cx="14363700" cy="9283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71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81200" y="3238500"/>
            <a:ext cx="20383500" cy="8369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368800" y="2806700"/>
            <a:ext cx="15646400" cy="8826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2781300"/>
            <a:ext cx="17741900" cy="8902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71900" y="3048000"/>
            <a:ext cx="16840200" cy="8699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5892800"/>
            <a:ext cx="188722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245100" y="3454400"/>
            <a:ext cx="13893800" cy="7886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191000" y="2768600"/>
            <a:ext cx="16014700" cy="9245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568700" y="2819400"/>
            <a:ext cx="17246600" cy="9169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00400" y="4279900"/>
            <a:ext cx="17983200" cy="5575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01900" y="5778500"/>
            <a:ext cx="193675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829300" y="2755900"/>
            <a:ext cx="12738100" cy="9283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29200" y="3225800"/>
            <a:ext cx="14325600" cy="7823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44900" y="3060700"/>
            <a:ext cx="17094200" cy="8318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090400"/>
            <a:ext cx="230124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0500" y="2247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77200" y="3213100"/>
            <a:ext cx="8229600" cy="8229600"/>
          </a:xfrm>
          <a:prstGeom prst="rect">
            <a:avLst/>
          </a:prstGeom>
          <a:effectLst>
            <a:outerShdw dir="2700000" dist="759655" blurRad="329184">
              <a:srgbClr val="000000">
                <a:alpha val="5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59500" y="5308600"/>
            <a:ext cx="12077700" cy="4025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420100" y="12420600"/>
            <a:ext cx="7543800" cy="40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6129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6129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66500" y="4368800"/>
            <a:ext cx="1651000" cy="1651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53300" y="8432800"/>
            <a:ext cx="9677400" cy="74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477000" y="6070600"/>
            <a:ext cx="11430000" cy="237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