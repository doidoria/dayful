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24384000" cy="13716000"/>
  <p:notesSz cx="6858000" cy="9144000"/>
  <p:embeddedFontLst>
    <p:embeddedFont>
      <p:font typeface="SB AggroOTF Medium"/>
      <p:regular r:id="rId26"/>
    </p:embeddedFont>
    <p:embeddedFont>
      <p:font typeface="Pretendard Regular"/>
      <p:regular r:id="rId27"/>
    </p:embeddedFont>
    <p:embeddedFont>
      <p:font typeface="Pretendard SemiBold"/>
      <p:bold r:id="rId28"/>
    </p:embeddedFont>
    <p:embeddedFont>
      <p:font typeface="Pretendard Bold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1.fntdata" Type="http://schemas.openxmlformats.org/officeDocument/2006/relationships/font"/><Relationship Id="rId27" Target="fonts/font2.fntdata" Type="http://schemas.openxmlformats.org/officeDocument/2006/relationships/font"/><Relationship Id="rId28" Target="fonts/font3.fntdata" Type="http://schemas.openxmlformats.org/officeDocument/2006/relationships/font"/><Relationship Id="rId29" Target="fonts/font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16" Target="../media/image24.png" Type="http://schemas.openxmlformats.org/officeDocument/2006/relationships/image"/><Relationship Id="rId17" Target="../media/image25.png" Type="http://schemas.openxmlformats.org/officeDocument/2006/relationships/image"/><Relationship Id="rId18" Target="../media/image26.png" Type="http://schemas.openxmlformats.org/officeDocument/2006/relationships/image"/><Relationship Id="rId19" Target="../media/image27.png" Type="http://schemas.openxmlformats.org/officeDocument/2006/relationships/image"/><Relationship Id="rId2" Target="../media/image1.png" Type="http://schemas.openxmlformats.org/officeDocument/2006/relationships/image"/><Relationship Id="rId20" Target="../media/image28.png" Type="http://schemas.openxmlformats.org/officeDocument/2006/relationships/image"/><Relationship Id="rId21" Target="../media/image29.png" Type="http://schemas.openxmlformats.org/officeDocument/2006/relationships/image"/><Relationship Id="rId22" Target="../media/image30.png" Type="http://schemas.openxmlformats.org/officeDocument/2006/relationships/image"/><Relationship Id="rId23" Target="../media/image31.png" Type="http://schemas.openxmlformats.org/officeDocument/2006/relationships/image"/><Relationship Id="rId24" Target="../media/image32.png" Type="http://schemas.openxmlformats.org/officeDocument/2006/relationships/image"/><Relationship Id="rId25" Target="../media/image33.png" Type="http://schemas.openxmlformats.org/officeDocument/2006/relationships/image"/><Relationship Id="rId26" Target="../media/image34.png" Type="http://schemas.openxmlformats.org/officeDocument/2006/relationships/image"/><Relationship Id="rId27" Target="../media/image35.png" Type="http://schemas.openxmlformats.org/officeDocument/2006/relationships/image"/><Relationship Id="rId28" Target="../media/image36.png" Type="http://schemas.openxmlformats.org/officeDocument/2006/relationships/image"/><Relationship Id="rId29" Target="../media/image37.png" Type="http://schemas.openxmlformats.org/officeDocument/2006/relationships/image"/><Relationship Id="rId3" Target="../media/image12.png" Type="http://schemas.openxmlformats.org/officeDocument/2006/relationships/image"/><Relationship Id="rId30" Target="../media/image38.png" Type="http://schemas.openxmlformats.org/officeDocument/2006/relationships/image"/><Relationship Id="rId31" Target="../media/image39.png" Type="http://schemas.openxmlformats.org/officeDocument/2006/relationships/image"/><Relationship Id="rId32" Target="../media/image40.png" Type="http://schemas.openxmlformats.org/officeDocument/2006/relationships/image"/><Relationship Id="rId33" Target="../media/image41.png" Type="http://schemas.openxmlformats.org/officeDocument/2006/relationships/image"/><Relationship Id="rId34" Target="../media/image42.png" Type="http://schemas.openxmlformats.org/officeDocument/2006/relationships/image"/><Relationship Id="rId35" Target="../media/image43.png" Type="http://schemas.openxmlformats.org/officeDocument/2006/relationships/image"/><Relationship Id="rId36" Target="../media/image44.png" Type="http://schemas.openxmlformats.org/officeDocument/2006/relationships/image"/><Relationship Id="rId37" Target="../media/image9.png" Type="http://schemas.openxmlformats.org/officeDocument/2006/relationships/image"/><Relationship Id="rId38" Target="../media/image10.png" Type="http://schemas.openxmlformats.org/officeDocument/2006/relationships/image"/><Relationship Id="rId4" Target="../media/image4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1.png" Type="http://schemas.openxmlformats.org/officeDocument/2006/relationships/image"/><Relationship Id="rId3" Target="../media/image45.png" Type="http://schemas.openxmlformats.org/officeDocument/2006/relationships/image"/><Relationship Id="rId4" Target="../media/image4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2" Target="../media/image1.png" Type="http://schemas.openxmlformats.org/officeDocument/2006/relationships/image"/><Relationship Id="rId3" Target="../media/image50.png" Type="http://schemas.openxmlformats.org/officeDocument/2006/relationships/image"/><Relationship Id="rId4" Target="../media/image4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2" Target="../media/image1.png" Type="http://schemas.openxmlformats.org/officeDocument/2006/relationships/image"/><Relationship Id="rId3" Target="../media/image45.png" Type="http://schemas.openxmlformats.org/officeDocument/2006/relationships/image"/><Relationship Id="rId4" Target="../media/image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png" Type="http://schemas.openxmlformats.org/officeDocument/2006/relationships/image"/><Relationship Id="rId12" Target="../media/image64.png" Type="http://schemas.openxmlformats.org/officeDocument/2006/relationships/image"/><Relationship Id="rId13" Target="../media/image65.png" Type="http://schemas.openxmlformats.org/officeDocument/2006/relationships/image"/><Relationship Id="rId14" Target="../media/image66.png" Type="http://schemas.openxmlformats.org/officeDocument/2006/relationships/image"/><Relationship Id="rId15" Target="../media/image67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9.png" Type="http://schemas.openxmlformats.org/officeDocument/2006/relationships/image"/><Relationship Id="rId5" Target="../media/image56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2" Target="../media/image1.png" Type="http://schemas.openxmlformats.org/officeDocument/2006/relationships/image"/><Relationship Id="rId3" Target="../media/image68.png" Type="http://schemas.openxmlformats.org/officeDocument/2006/relationships/image"/><Relationship Id="rId4" Target="../media/image4.png" Type="http://schemas.openxmlformats.org/officeDocument/2006/relationships/image"/><Relationship Id="rId5" Target="../media/image20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png" Type="http://schemas.openxmlformats.org/officeDocument/2006/relationships/image"/><Relationship Id="rId2" Target="../media/image1.png" Type="http://schemas.openxmlformats.org/officeDocument/2006/relationships/image"/><Relationship Id="rId3" Target="../media/image72.png" Type="http://schemas.openxmlformats.org/officeDocument/2006/relationships/image"/><Relationship Id="rId4" Target="../media/image4.png" Type="http://schemas.openxmlformats.org/officeDocument/2006/relationships/image"/><Relationship Id="rId5" Target="../media/image14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2" Target="../media/image77.png" Type="http://schemas.openxmlformats.org/officeDocument/2006/relationships/image"/><Relationship Id="rId3" Target="../media/image45.png" Type="http://schemas.openxmlformats.org/officeDocument/2006/relationships/image"/><Relationship Id="rId4" Target="../media/image4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2" Target="../media/image1.png" Type="http://schemas.openxmlformats.org/officeDocument/2006/relationships/image"/><Relationship Id="rId3" Target="../media/image50.png" Type="http://schemas.openxmlformats.org/officeDocument/2006/relationships/image"/><Relationship Id="rId4" Target="../media/image4.png" Type="http://schemas.openxmlformats.org/officeDocument/2006/relationships/image"/><Relationship Id="rId5" Target="../media/image82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png" Type="http://schemas.openxmlformats.org/officeDocument/2006/relationships/image"/><Relationship Id="rId2" Target="../media/image1.png" Type="http://schemas.openxmlformats.org/officeDocument/2006/relationships/image"/><Relationship Id="rId3" Target="../media/image72.png" Type="http://schemas.openxmlformats.org/officeDocument/2006/relationships/image"/><Relationship Id="rId4" Target="../media/image4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2" Target="../media/image90.png" Type="http://schemas.openxmlformats.org/officeDocument/2006/relationships/image"/><Relationship Id="rId3" Target="../media/image50.png" Type="http://schemas.openxmlformats.org/officeDocument/2006/relationships/image"/><Relationship Id="rId4" Target="../media/image4.png" Type="http://schemas.openxmlformats.org/officeDocument/2006/relationships/image"/><Relationship Id="rId5" Target="../media/image91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6.png" Type="http://schemas.openxmlformats.org/officeDocument/2006/relationships/image"/><Relationship Id="rId11" Target="../media/image97.png" Type="http://schemas.openxmlformats.org/officeDocument/2006/relationships/image"/><Relationship Id="rId12" Target="../media/image98.png" Type="http://schemas.openxmlformats.org/officeDocument/2006/relationships/image"/><Relationship Id="rId2" Target="../media/image1.png" Type="http://schemas.openxmlformats.org/officeDocument/2006/relationships/image"/><Relationship Id="rId3" Target="../media/image72.png" Type="http://schemas.openxmlformats.org/officeDocument/2006/relationships/image"/><Relationship Id="rId4" Target="../media/image4.png" Type="http://schemas.openxmlformats.org/officeDocument/2006/relationships/image"/><Relationship Id="rId5" Target="../media/image93.png" Type="http://schemas.openxmlformats.org/officeDocument/2006/relationships/image"/><Relationship Id="rId6" Target="../media/image94.png" Type="http://schemas.openxmlformats.org/officeDocument/2006/relationships/image"/><Relationship Id="rId7" Target="../media/image95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png" Type="http://schemas.openxmlformats.org/officeDocument/2006/relationships/image"/><Relationship Id="rId2" Target="../media/image77.png" Type="http://schemas.openxmlformats.org/officeDocument/2006/relationships/image"/><Relationship Id="rId3" Target="../media/image99.png" Type="http://schemas.openxmlformats.org/officeDocument/2006/relationships/image"/><Relationship Id="rId4" Target="../media/image4.png" Type="http://schemas.openxmlformats.org/officeDocument/2006/relationships/image"/><Relationship Id="rId5" Target="../media/image100.png" Type="http://schemas.openxmlformats.org/officeDocument/2006/relationships/image"/><Relationship Id="rId6" Target="../media/image94.png" Type="http://schemas.openxmlformats.org/officeDocument/2006/relationships/image"/><Relationship Id="rId7" Target="../media/image95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5.png" Type="http://schemas.openxmlformats.org/officeDocument/2006/relationships/image"/><Relationship Id="rId2" Target="../media/image1.png" Type="http://schemas.openxmlformats.org/officeDocument/2006/relationships/image"/><Relationship Id="rId3" Target="../media/image103.png" Type="http://schemas.openxmlformats.org/officeDocument/2006/relationships/image"/><Relationship Id="rId4" Target="../media/image4.png" Type="http://schemas.openxmlformats.org/officeDocument/2006/relationships/image"/><Relationship Id="rId5" Target="../media/image85.png" Type="http://schemas.openxmlformats.org/officeDocument/2006/relationships/image"/><Relationship Id="rId6" Target="../media/image94.png" Type="http://schemas.openxmlformats.org/officeDocument/2006/relationships/image"/><Relationship Id="rId7" Target="../media/image95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png" Type="http://schemas.openxmlformats.org/officeDocument/2006/relationships/image"/><Relationship Id="rId11" Target="../media/image107.png" Type="http://schemas.openxmlformats.org/officeDocument/2006/relationships/image"/><Relationship Id="rId12" Target="../media/image108.png" Type="http://schemas.openxmlformats.org/officeDocument/2006/relationships/image"/><Relationship Id="rId2" Target="../media/image1.png" Type="http://schemas.openxmlformats.org/officeDocument/2006/relationships/image"/><Relationship Id="rId3" Target="../media/image45.png" Type="http://schemas.openxmlformats.org/officeDocument/2006/relationships/image"/><Relationship Id="rId4" Target="../media/image4.png" Type="http://schemas.openxmlformats.org/officeDocument/2006/relationships/image"/><Relationship Id="rId5" Target="../media/image85.png" Type="http://schemas.openxmlformats.org/officeDocument/2006/relationships/image"/><Relationship Id="rId6" Target="../media/image94.png" Type="http://schemas.openxmlformats.org/officeDocument/2006/relationships/image"/><Relationship Id="rId7" Target="../media/image95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2" Target="../media/image77.png" Type="http://schemas.openxmlformats.org/officeDocument/2006/relationships/image"/><Relationship Id="rId3" Target="../media/image99.png" Type="http://schemas.openxmlformats.org/officeDocument/2006/relationships/image"/><Relationship Id="rId4" Target="../media/image4.png" Type="http://schemas.openxmlformats.org/officeDocument/2006/relationships/image"/><Relationship Id="rId5" Target="../media/image100.png" Type="http://schemas.openxmlformats.org/officeDocument/2006/relationships/image"/><Relationship Id="rId6" Target="../media/image109.png" Type="http://schemas.openxmlformats.org/officeDocument/2006/relationships/image"/><Relationship Id="rId7" Target="../media/image110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6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12.png" Type="http://schemas.openxmlformats.org/officeDocument/2006/relationships/image"/><Relationship Id="rId5" Target="../media/image113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4.png" Type="http://schemas.openxmlformats.org/officeDocument/2006/relationships/image"/><Relationship Id="rId9" Target="../media/image1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1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17.png" Type="http://schemas.openxmlformats.org/officeDocument/2006/relationships/image"/><Relationship Id="rId5" Target="../media/image11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9.png" Type="http://schemas.openxmlformats.org/officeDocument/2006/relationships/image"/><Relationship Id="rId9" Target="../media/image12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9.png" Type="http://schemas.openxmlformats.org/officeDocument/2006/relationships/image"/><Relationship Id="rId11" Target="../media/image130.png" Type="http://schemas.openxmlformats.org/officeDocument/2006/relationships/image"/><Relationship Id="rId12" Target="../media/image131.png" Type="http://schemas.openxmlformats.org/officeDocument/2006/relationships/image"/><Relationship Id="rId2" Target="../media/image122.png" Type="http://schemas.openxmlformats.org/officeDocument/2006/relationships/image"/><Relationship Id="rId3" Target="../media/image123.png" Type="http://schemas.openxmlformats.org/officeDocument/2006/relationships/image"/><Relationship Id="rId4" Target="../media/image124.png" Type="http://schemas.openxmlformats.org/officeDocument/2006/relationships/image"/><Relationship Id="rId5" Target="../media/image125.png" Type="http://schemas.openxmlformats.org/officeDocument/2006/relationships/image"/><Relationship Id="rId6" Target="../media/image126.png" Type="http://schemas.openxmlformats.org/officeDocument/2006/relationships/image"/><Relationship Id="rId7" Target="../media/image8.png" Type="http://schemas.openxmlformats.org/officeDocument/2006/relationships/image"/><Relationship Id="rId8" Target="../media/image127.png" Type="http://schemas.openxmlformats.org/officeDocument/2006/relationships/image"/><Relationship Id="rId9" Target="../media/image1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152900" y="4914900"/>
            <a:ext cx="16065500" cy="250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85800" y="12090400"/>
            <a:ext cx="23012400" cy="952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60500" y="2387600"/>
            <a:ext cx="215900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47400" y="8724900"/>
            <a:ext cx="2552700" cy="255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26600" y="3568700"/>
            <a:ext cx="4991100" cy="800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096500" y="3733800"/>
            <a:ext cx="4064000" cy="533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420100" y="12382500"/>
            <a:ext cx="7543800" cy="40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113500" y="1612900"/>
            <a:ext cx="3708400" cy="381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87500" y="1612900"/>
            <a:ext cx="3708400" cy="381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692900" y="7137400"/>
            <a:ext cx="109982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60500" y="22352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06700" y="6591300"/>
            <a:ext cx="31369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873500" y="5295900"/>
            <a:ext cx="1016000" cy="1016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38600" y="5537200"/>
            <a:ext cx="673100" cy="520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959100" y="6832600"/>
            <a:ext cx="28448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87500" y="9715500"/>
            <a:ext cx="31369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641600" y="8420100"/>
            <a:ext cx="1016000" cy="1016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19400" y="8674100"/>
            <a:ext cx="673100" cy="558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27200" y="9969500"/>
            <a:ext cx="2844800" cy="508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18300" y="6591300"/>
            <a:ext cx="31369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785100" y="5295900"/>
            <a:ext cx="1016000" cy="1016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950200" y="5537200"/>
            <a:ext cx="673100" cy="558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858000" y="6832600"/>
            <a:ext cx="2844800" cy="508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105400" y="9715500"/>
            <a:ext cx="3136900" cy="12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172200" y="8420100"/>
            <a:ext cx="10160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37300" y="8674100"/>
            <a:ext cx="673100" cy="558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257800" y="9969500"/>
            <a:ext cx="2844800" cy="508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17200" y="6591300"/>
            <a:ext cx="3136900" cy="12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684000" y="5295900"/>
            <a:ext cx="1016000" cy="1016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849100" y="5537200"/>
            <a:ext cx="673100" cy="5588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769600" y="6832600"/>
            <a:ext cx="2844800" cy="508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636000" y="9715500"/>
            <a:ext cx="3136900" cy="12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9690100" y="8420100"/>
            <a:ext cx="1016000" cy="1016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9867900" y="8674100"/>
            <a:ext cx="673100" cy="558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8775700" y="9969500"/>
            <a:ext cx="2844800" cy="939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528800" y="6591300"/>
            <a:ext cx="3136900" cy="127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5582900" y="5295900"/>
            <a:ext cx="1016000" cy="1016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760700" y="5537200"/>
            <a:ext cx="673100" cy="5588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4668500" y="6832600"/>
            <a:ext cx="2844800" cy="508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153900" y="9715500"/>
            <a:ext cx="3136900" cy="12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3220700" y="8420100"/>
            <a:ext cx="1016000" cy="10160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385800" y="8674100"/>
            <a:ext cx="673100" cy="5588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2306300" y="9969500"/>
            <a:ext cx="2844800" cy="5080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427700" y="6591300"/>
            <a:ext cx="3136900" cy="127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9494500" y="5295900"/>
            <a:ext cx="1016000" cy="10160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9659600" y="5537200"/>
            <a:ext cx="673100" cy="558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8580100" y="6832600"/>
            <a:ext cx="2844800" cy="5080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684500" y="9715500"/>
            <a:ext cx="3136900" cy="12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738600" y="8420100"/>
            <a:ext cx="1016000" cy="10160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6916400" y="8674100"/>
            <a:ext cx="673100" cy="5588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5824200" y="9969500"/>
            <a:ext cx="2844800" cy="5080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9202400" y="9715500"/>
            <a:ext cx="3136900" cy="127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269200" y="8420100"/>
            <a:ext cx="1016000" cy="10160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20434300" y="8674100"/>
            <a:ext cx="673100" cy="5588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9354800" y="9969500"/>
            <a:ext cx="2844800" cy="5080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7950200" y="3225800"/>
            <a:ext cx="8483600" cy="11811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9113500" y="1612900"/>
            <a:ext cx="3708400" cy="3810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587500" y="1612900"/>
            <a:ext cx="3708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508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705100" y="4953000"/>
            <a:ext cx="18973800" cy="401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089400" y="4305300"/>
            <a:ext cx="1620520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72000" y="2832100"/>
            <a:ext cx="15240000" cy="8788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273300" y="2844800"/>
            <a:ext cx="19850100" cy="2971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273300" y="5969000"/>
            <a:ext cx="3644900" cy="508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273300" y="6642100"/>
            <a:ext cx="4483100" cy="5486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112000" y="6248400"/>
            <a:ext cx="11658600" cy="2451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113500" y="6223000"/>
            <a:ext cx="3238500" cy="5486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782300" y="9385300"/>
            <a:ext cx="4584700" cy="180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349500" y="5029200"/>
            <a:ext cx="196723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225800" y="3695700"/>
            <a:ext cx="17945100" cy="5549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213600" y="10071100"/>
            <a:ext cx="99695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41600" y="3543300"/>
            <a:ext cx="19100800" cy="8140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813800" y="9169400"/>
            <a:ext cx="6743700" cy="698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857500" y="4470400"/>
            <a:ext cx="18656300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70200" y="2946400"/>
            <a:ext cx="13550900" cy="8382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7551400" y="2946400"/>
            <a:ext cx="3784600" cy="838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771900" y="4203700"/>
            <a:ext cx="16840200" cy="5308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30400" y="2501900"/>
            <a:ext cx="9398000" cy="5918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30400" y="8420100"/>
            <a:ext cx="9410700" cy="3683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684000" y="3149600"/>
            <a:ext cx="10947400" cy="8140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87500" y="2806700"/>
            <a:ext cx="11696700" cy="8699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627100" y="2806700"/>
            <a:ext cx="8674100" cy="8674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03400" y="3086100"/>
            <a:ext cx="10502900" cy="772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700000" y="3086100"/>
            <a:ext cx="9575800" cy="861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65300" y="2857500"/>
            <a:ext cx="9702800" cy="8724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925300" y="2857500"/>
            <a:ext cx="10655300" cy="3517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925300" y="6743700"/>
            <a:ext cx="1065530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78787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207500" y="2819400"/>
            <a:ext cx="5981700" cy="9156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060700" y="2768600"/>
            <a:ext cx="18262600" cy="9245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7000" y="1993900"/>
            <a:ext cx="215900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684000" y="1485900"/>
            <a:ext cx="1016000" cy="10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849100" y="1701800"/>
            <a:ext cx="673100" cy="596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113500" y="1460500"/>
            <a:ext cx="3708400" cy="38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" y="1460500"/>
            <a:ext cx="3708400" cy="38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5800" y="12293600"/>
            <a:ext cx="230124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197600" y="12446000"/>
            <a:ext cx="12001500" cy="495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879600" y="3492500"/>
            <a:ext cx="20612100" cy="7454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EEEEEE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04900" y="1016000"/>
            <a:ext cx="22186900" cy="11887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5800" y="12090400"/>
            <a:ext cx="23012400" cy="952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60500" y="2247900"/>
            <a:ext cx="21590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077200" y="3213100"/>
            <a:ext cx="8229600" cy="8229600"/>
          </a:xfrm>
          <a:prstGeom prst="rect">
            <a:avLst/>
          </a:prstGeom>
          <a:effectLst>
            <a:outerShdw dir="2700000" dist="759655" blurRad="329184">
              <a:srgbClr val="000000">
                <a:alpha val="5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159500" y="5308600"/>
            <a:ext cx="12077700" cy="4025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420100" y="12420600"/>
            <a:ext cx="7543800" cy="406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13500" y="1612900"/>
            <a:ext cx="3708400" cy="381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87500" y="1612900"/>
            <a:ext cx="3708400" cy="381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366500" y="4368800"/>
            <a:ext cx="1651000" cy="1651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353300" y="8432800"/>
            <a:ext cx="9677400" cy="736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477000" y="6070600"/>
            <a:ext cx="11430000" cy="237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